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2BEC3"/>
                </a:solidFill>
              </a:defRPr>
            </a:pPr>
            <a:r>
              <a:t>Generate a ppt on machine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2743200" cy="54864"/>
          </a:xfrm>
          <a:prstGeom prst="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2BEC3"/>
                </a:solidFill>
              </a:defRPr>
            </a:pPr>
            <a:r>
              <a:t>Generated by NexusFile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1/3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Topic overview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Key points to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2/3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Main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1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2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2BEC3"/>
                </a:solidFill>
              </a:defRPr>
            </a:pPr>
            <a:r>
              <a:t>3/3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12191695" cy="12801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Key takeaways</a:t>
            </a:r>
          </a:p>
          <a:p>
            <a:pPr>
              <a:lnSpc>
                <a:spcPts val="2800"/>
              </a:lnSpc>
              <a:spcAft>
                <a:spcPts val="1400"/>
              </a:spcAft>
              <a:defRPr sz="1800">
                <a:solidFill>
                  <a:srgbClr val="FDFDFD"/>
                </a:solidFill>
              </a:defRPr>
            </a:pPr>
            <a:r>
              <a:t>▸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6675120"/>
            <a:ext cx="12191695" cy="54864"/>
          </a:xfrm>
          <a:prstGeom prst="rect">
            <a:avLst/>
          </a:prstGeom>
          <a:solidFill>
            <a:srgbClr val="00C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