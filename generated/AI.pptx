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2BEC3"/>
                </a:solidFill>
              </a:defRPr>
            </a:pPr>
            <a:r>
              <a:t>Generate a ppt presentation on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2743200" cy="54864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</a:defRPr>
            </a:pPr>
            <a:r>
              <a:t>Generated by NexusFile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2BEC3"/>
                </a:solidFill>
              </a:defRPr>
            </a:pPr>
            <a:r>
              <a:t>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191695" cy="12801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Topic overview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Key points to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667512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2BEC3"/>
                </a:solidFill>
              </a:defRPr>
            </a:pPr>
            <a:r>
              <a:t>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191695" cy="12801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Main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Point 1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Point 2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667512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2BEC3"/>
                </a:solidFill>
              </a:defRPr>
            </a:pPr>
            <a:r>
              <a:t>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191695" cy="12801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Key takeaways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667512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